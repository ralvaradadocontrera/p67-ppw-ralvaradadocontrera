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1" r:id="rId3"/>
    <p:sldId id="256" r:id="rId4"/>
    <p:sldId id="257" r:id="rId5"/>
    <p:sldId id="258" r:id="rId6"/>
    <p:sldId id="259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1196975"/>
            <a:ext cx="8207375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2422525"/>
            <a:ext cx="8212138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6550"/>
            <a:ext cx="8229600" cy="1263015"/>
          </a:xfrm>
        </p:spPr>
        <p:txBody>
          <a:bodyPr/>
          <a:p>
            <a:pPr algn="ctr"/>
            <a:r>
              <a:rPr>
                <a:solidFill>
                  <a:schemeClr val="accent6">
                    <a:lumMod val="10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SABIOMEM – Juega y Aprende</a:t>
            </a:r>
            <a:br>
              <a:rPr>
                <a:solidFill>
                  <a:schemeClr val="accent6">
                    <a:lumMod val="10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</a:br>
            <a:r>
              <a:rPr>
                <a:solidFill>
                  <a:schemeClr val="accent6">
                    <a:lumMod val="10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Click &amp; Play Team</a:t>
            </a:r>
            <a:endParaRPr lang="es-MX" altLang="en-US">
              <a:solidFill>
                <a:schemeClr val="accent6">
                  <a:lumMod val="10000"/>
                </a:schemeClr>
              </a:solidFill>
              <a:latin typeface="Arial Black" panose="020B0A04020102020204" charset="0"/>
              <a:cs typeface="Arial Black" panose="020B0A04020102020204" charset="0"/>
              <a:sym typeface="+mn-ea"/>
            </a:endParaRPr>
          </a:p>
        </p:txBody>
      </p:sp>
      <p:pic>
        <p:nvPicPr>
          <p:cNvPr id="4" name="Marcador de posición de conteni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09495" y="1906905"/>
            <a:ext cx="4387215" cy="38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8455"/>
            <a:ext cx="8229600" cy="5789295"/>
          </a:xfrm>
        </p:spPr>
        <p:txBody>
          <a:bodyPr/>
          <a:lstStyle/>
          <a:p>
            <a:pPr marL="0" indent="0" algn="ctr">
              <a:buNone/>
            </a:pPr>
            <a:r>
              <a:rPr b="1"/>
              <a:t>Universidad Politécnica Salesiana</a:t>
            </a:r>
            <a:endParaRPr b="1"/>
          </a:p>
          <a:p>
            <a:pPr marL="0" indent="0" algn="ctr">
              <a:buNone/>
            </a:pPr>
            <a:r>
              <a:rPr b="1"/>
              <a:t>Carrera de Computación</a:t>
            </a:r>
            <a:endParaRPr b="1"/>
          </a:p>
          <a:p>
            <a:pPr marL="0" indent="0" algn="ctr">
              <a:buNone/>
            </a:pPr>
          </a:p>
          <a:p>
            <a:pPr marL="0" indent="0" algn="ctr">
              <a:buNone/>
            </a:pPr>
            <a:r>
              <a:t>Integrantes:</a:t>
            </a:r>
          </a:p>
          <a:p>
            <a:pPr algn="ctr"/>
            <a:r>
              <a:rPr lang="en-US" altLang="es-MX"/>
              <a:t>SANTIAGO SEGURA </a:t>
            </a:r>
            <a:endParaRPr lang="en-US" altLang="es-MX"/>
          </a:p>
          <a:p>
            <a:pPr algn="ctr"/>
            <a:r>
              <a:rPr lang="en-US" altLang="es-MX"/>
              <a:t>ROBERTO CONTRERAS </a:t>
            </a:r>
            <a:endParaRPr lang="en-US" altLang="es-MX"/>
          </a:p>
          <a:p>
            <a:pPr algn="ctr"/>
            <a:r>
              <a:rPr lang="en-US" altLang="es-MX"/>
              <a:t>ROGGER RUBIO</a:t>
            </a:r>
            <a:endParaRPr lang="en-US" altLang="es-MX"/>
          </a:p>
          <a:p>
            <a:pPr marL="0" indent="0" algn="ctr">
              <a:buNone/>
            </a:pPr>
            <a:endParaRPr lang="en-US" altLang="es-MX"/>
          </a:p>
          <a:p>
            <a:pPr marL="0" indent="0" algn="ctr">
              <a:buNone/>
            </a:pPr>
            <a:r>
              <a:t>Guayaquil – Ecuador</a:t>
            </a:r>
          </a:p>
          <a:p>
            <a:pPr marL="0" indent="0" algn="ctr"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t>Destinatarios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418590"/>
            <a:ext cx="8229600" cy="4953000"/>
          </a:xfrm>
        </p:spPr>
        <p:txBody>
          <a:bodyPr/>
          <a:lstStyle/>
          <a:p>
            <a:pPr marL="0" indent="0">
              <a:buNone/>
            </a:pPr>
            <a:r>
              <a:t>• Estudiantes de educación primaria y primeros años de secundaria</a:t>
            </a:r>
          </a:p>
          <a:p>
            <a:pPr marL="0" indent="0">
              <a:buNone/>
            </a:pPr>
            <a:r>
              <a:t>• Docentes que buscan herramientas educativas innovadoras</a:t>
            </a:r>
          </a:p>
          <a:p>
            <a:pPr marL="0" indent="0">
              <a:buNone/>
            </a:pPr>
            <a:r>
              <a:t>• Instituciones educativas interesadas en la gamificación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t>Descripción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65605"/>
            <a:ext cx="8229600" cy="4953000"/>
          </a:xfrm>
        </p:spPr>
        <p:txBody>
          <a:bodyPr/>
          <a:lstStyle/>
          <a:p>
            <a:r>
              <a:t>SABIOMEM es una plataforma educativa interactiva que combina videojuegos con operaciones matemáticas básicas para fortalecer la agilidad mental y la motivación en el aprendizaje.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t>Objetivo y Alcance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Objetivo:</a:t>
            </a:r>
          </a:p>
          <a:p>
            <a:r>
              <a:t>Presentar una herramienta gamificada para el aprendizaje matemático.</a:t>
            </a:r>
          </a:p>
          <a:p/>
          <a:p>
            <a:pPr marL="0" indent="0">
              <a:buNone/>
            </a:pPr>
            <a:r>
              <a:t>Alcance:</a:t>
            </a:r>
          </a:p>
          <a:p>
            <a:pPr marL="0" indent="0">
              <a:buNone/>
            </a:pPr>
            <a:r>
              <a:t>• Operaciones básicas</a:t>
            </a:r>
          </a:p>
          <a:p>
            <a:pPr marL="0" indent="0">
              <a:buNone/>
            </a:pPr>
            <a:r>
              <a:t>• Niveles progresivos</a:t>
            </a:r>
          </a:p>
          <a:p>
            <a:pPr marL="0" indent="0">
              <a:buNone/>
            </a:pPr>
            <a:r>
              <a:t>• Entorno visual atractivo</a:t>
            </a:r>
          </a:p>
          <a:p>
            <a:pPr marL="0" indent="0">
              <a:buNone/>
            </a:pPr>
            <a:r>
              <a:t>• Estadísticas de aprendizaje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Pantallazos del Proyecto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0885" y="3568065"/>
            <a:ext cx="5257800" cy="305117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85" y="866140"/>
            <a:ext cx="5103495" cy="2598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ippl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807</Words>
  <Application>WPS Presentation</Application>
  <PresentationFormat>On-screen Show (4:3)</PresentationFormat>
  <Paragraphs>36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Bahnschrift</vt:lpstr>
      <vt:lpstr>Arial Black</vt:lpstr>
      <vt:lpstr>Blue Waves</vt:lpstr>
      <vt:lpstr>PowerPoint 演示文稿</vt:lpstr>
      <vt:lpstr>Click &amp; Play Team</vt:lpstr>
      <vt:lpstr>Destinatarios del Proyecto</vt:lpstr>
      <vt:lpstr>Descripción del Proyecto</vt:lpstr>
      <vt:lpstr>Objetivo y Alcance</vt:lpstr>
      <vt:lpstr>Pantallazos del Proyecto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WPS_1764562667</cp:lastModifiedBy>
  <cp:revision>2</cp:revision>
  <dcterms:created xsi:type="dcterms:W3CDTF">2013-01-27T09:14:00Z</dcterms:created>
  <dcterms:modified xsi:type="dcterms:W3CDTF">2025-12-17T06:00:08Z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5422AC4863FB400194C2BCEA5F53D4FB_13</vt:lpwstr>
  </property>
  <property fmtid="{D5CDD505-2E9C-101B-9397-08002B2CF9AE}" pid="3" name="KSOProductBuildVer">
    <vt:lpwstr>2058-12.2.0.23155</vt:lpwstr>
  </property>
</Properties>
</file>